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49c3980df24644" /><Relationship Type="http://schemas.openxmlformats.org/officeDocument/2006/relationships/extended-properties" Target="/docProps/app.xml" Id="Rfb794172a851433e" /><Relationship Type="http://schemas.openxmlformats.org/officeDocument/2006/relationships/officeDocument" Target="/ppt/presentation.xml" Id="Rfa72a5bf1d3e48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10a59a9c5e46fb"/>
  </p:sldMasterIdLst>
  <p:notesMasterIdLst>
    <p:notesMasterId xmlns:r="http://schemas.openxmlformats.org/officeDocument/2006/relationships" r:id="Rd4e28f87d8134435"/>
  </p:notesMasterIdLst>
  <p:sldIdLst>
    <p:sldId xmlns:r="http://schemas.openxmlformats.org/officeDocument/2006/relationships" id="256" r:id="Rb9d6ed91b7a941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5a378fbe3943fe" /><Relationship Type="http://schemas.openxmlformats.org/officeDocument/2006/relationships/slideMaster" Target="/ppt/slideMasters/slideMaster1.xml" Id="R0410a59a9c5e46fb" /><Relationship Type="http://schemas.openxmlformats.org/officeDocument/2006/relationships/notesMaster" Target="/ppt/notesMasters/notesMaster1.xml" Id="Rd4e28f87d8134435" /><Relationship Type="http://schemas.openxmlformats.org/officeDocument/2006/relationships/presProps" Target="/ppt/presProps.xml" Id="Rc189ea27d59f4735" /><Relationship Type="http://schemas.openxmlformats.org/officeDocument/2006/relationships/tableStyles" Target="/ppt/tableStyles.xml" Id="Rc269ea4535934ce5" /><Relationship Type="http://schemas.openxmlformats.org/officeDocument/2006/relationships/slide" Target="/ppt/slides/slide1.xml" Id="Rb9d6ed91b7a941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530a885ab249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14300" dist="60241" dir="4293903">
              <a:srgbClr val="40341B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8334f6a64e4e01" /><Relationship Type="http://schemas.openxmlformats.org/officeDocument/2006/relationships/notesMaster" Target="/ppt/notesMasters/notesMaster1.xml" Id="R1e8ab59814b04b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Workflow based on the CampusFix PRD and current app behavior. Reporting, authentication, staff queue updates, report history, and in-app status notifications are represented. AI assisted category, priority, and duplicate suggestions are marked planned because they are not implemented in the current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a0b123a04e42a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9dd56018144be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08634d98dd414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204253fdac4be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469156fdea499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85a1fa2e4745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D52A51-4C72-4E91-B745-6473FE4A8A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AFB4EE8-575F-4D2C-A364-B5C2389154C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93A82CE-C7E0-4C3D-AFC4-C46F95891A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B78ADA-35BC-4A61-8E3F-084C9BB39C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FF9BCAE-7C90-4DF8-BD5A-37F92165ED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E856B55-EA48-4E18-9D76-F76B1DA746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F4476F-887B-4BE0-9A79-0B3B2B9CA1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DE3EB29-1156-4C70-99AE-ECE50EC2AF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292D9F-4B49-4CC9-9D7E-AC3F162768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BF7EA5-6A65-4350-ACA1-F1C0AA2304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ba7429a3a8405f" /><Relationship Type="http://schemas.openxmlformats.org/officeDocument/2006/relationships/slideLayout" Target="/ppt/slideLayouts/slideLayout1.xml" Id="Rcd8ea204944945e9" /><Relationship Type="http://schemas.openxmlformats.org/officeDocument/2006/relationships/slideLayout" Target="/ppt/slideLayouts/slideLayout2.xml" Id="R68f112806b544f7c" /><Relationship Type="http://schemas.openxmlformats.org/officeDocument/2006/relationships/slideLayout" Target="/ppt/slideLayouts/slideLayout3.xml" Id="Re4b539a445e24c51" /><Relationship Type="http://schemas.openxmlformats.org/officeDocument/2006/relationships/slideLayout" Target="/ppt/slideLayouts/slideLayout4.xml" Id="R73b4c8a618ff4826" /><Relationship Type="http://schemas.openxmlformats.org/officeDocument/2006/relationships/slideLayout" Target="/ppt/slideLayouts/slideLayout5.xml" Id="R887738fcdf5d49ce" /><Relationship Type="http://schemas.openxmlformats.org/officeDocument/2006/relationships/slideLayout" Target="/ppt/slideLayouts/slideLayout6.xml" Id="Rf205ffe06f5d4f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8ea204944945e9"/>
    <p:sldLayoutId xmlns:r="http://schemas.openxmlformats.org/officeDocument/2006/relationships" id="2147483650" r:id="R68f112806b544f7c"/>
    <p:sldLayoutId xmlns:r="http://schemas.openxmlformats.org/officeDocument/2006/relationships" id="2147483651" r:id="Re4b539a445e24c51"/>
    <p:sldLayoutId xmlns:r="http://schemas.openxmlformats.org/officeDocument/2006/relationships" id="2147483652" r:id="R73b4c8a618ff4826"/>
    <p:sldLayoutId xmlns:r="http://schemas.openxmlformats.org/officeDocument/2006/relationships" id="2147483653" r:id="R887738fcdf5d49ce"/>
    <p:sldLayoutId xmlns:r="http://schemas.openxmlformats.org/officeDocument/2006/relationships" id="2147483654" r:id="Rf205ffe06f5d4f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14300" dist="60241" dir="4293903">
              <a:srgbClr val="40341B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ca40401c4a451b" /><Relationship Type="http://schemas.openxmlformats.org/officeDocument/2006/relationships/notesSlide" Target="/ppt/notesSlides/notesSlide1.xml" Id="R1f63ee8de85843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1C36610-193E-4C88-B2D6-54814098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361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C69636"/>
                </a:solidFill>
                <a:latin typeface="Marker Felt"/>
                <a:ea typeface="Marker Felt"/>
                <a:cs typeface="Marker Felt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C69636"/>
                </a:solidFill>
                <a:latin typeface="Marker Felt"/>
                <a:ea typeface="Marker Felt"/>
                <a:cs typeface="Marker Felt"/>
              </a:defRPr>
            </a:pPr>
            <a:r>
              <a:rPr sz="1500" b="1">
                <a:solidFill>
                  <a:srgbClr val="C69636"/>
                </a:solidFill>
                <a:latin typeface="Marker Felt"/>
                <a:ea typeface="Marker Felt"/>
                <a:cs typeface="Marker Felt"/>
              </a:rPr>
              <a:t>CampusFix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CA6A7-9792-4431-A1B2-45D704CC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72390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225" b="1">
                <a:solidFill>
                  <a:srgbClr val="203C30"/>
                </a:solidFill>
                <a:latin typeface="Marker Felt"/>
                <a:ea typeface="Marker Felt"/>
                <a:cs typeface="Marker Felt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03C30"/>
                </a:solidFill>
                <a:latin typeface="Marker Felt"/>
                <a:ea typeface="Marker Felt"/>
                <a:cs typeface="Marker Felt"/>
              </a:defRPr>
            </a:pPr>
            <a:r>
              <a:rPr sz="3225" b="1">
                <a:solidFill>
                  <a:srgbClr val="203C30"/>
                </a:solidFill>
                <a:latin typeface="Marker Felt"/>
                <a:ea typeface="Marker Felt"/>
                <a:cs typeface="Marker Felt"/>
              </a:rPr>
              <a:t>From campus issue to resolved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57C498-4004-4FE8-BA0A-67A6B4BB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136207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667265"/>
                </a:solidFill>
                <a:latin typeface="Marker Felt"/>
                <a:ea typeface="Marker Felt"/>
                <a:cs typeface="Marker Felt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67265"/>
                </a:solidFill>
                <a:latin typeface="Marker Felt"/>
                <a:ea typeface="Marker Felt"/>
                <a:cs typeface="Marker Felt"/>
              </a:defRPr>
            </a:pPr>
            <a:r>
              <a:rPr sz="1425" b="0">
                <a:solidFill>
                  <a:srgbClr val="667265"/>
                </a:solidFill>
                <a:latin typeface="Marker Felt"/>
                <a:ea typeface="Marker Felt"/>
                <a:cs typeface="Marker Felt"/>
              </a:rPr>
              <a:t>A private reporting loop for NIT Hamirpur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DAB99-1C35-4A3B-BFE3-645AA3EF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847850"/>
            <a:ext cx="1108710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EB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C68DE-148D-4639-90FA-CD4605C3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6000">
            <a:off x="485775" y="2390775"/>
            <a:ext cx="2000250" cy="28384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8CBAE"/>
          </a:solidFill>
          <a:ln xmlns:a="http://schemas.openxmlformats.org/drawingml/2006/main" w="9525">
            <a:solidFill>
              <a:srgbClr val="D8CBA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5E35AD-B8B9-47F1-8925-23350DEA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6000">
            <a:off x="419100" y="2305050"/>
            <a:ext cx="2000250" cy="28384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0B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1CDC8-A940-4840-B20C-600B43CC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6000">
            <a:off x="590550" y="2476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96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760F3A-D035-4190-9CBD-429BC2D2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4765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Marker Felt"/>
                <a:ea typeface="Marker Felt"/>
                <a:cs typeface="Marker Felt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rker Felt"/>
                <a:ea typeface="Marker Felt"/>
                <a:cs typeface="Marker Felt"/>
              </a:defRPr>
            </a:pPr>
            <a:r>
              <a:rPr sz="1200" b="1">
                <a:solidFill>
                  <a:srgbClr val="FFFFFF"/>
                </a:solidFill>
                <a:latin typeface="Marker Felt"/>
                <a:ea typeface="Marker Felt"/>
                <a:cs typeface="Marker Felt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8BCAD9-B4F4-4755-864F-B6FDA924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962275"/>
            <a:ext cx="1695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25" b="1">
                <a:solidFill>
                  <a:srgbClr val="667265"/>
                </a:solidFill>
                <a:latin typeface="Marker Felt"/>
                <a:ea typeface="Marker Felt"/>
                <a:cs typeface="Marker Felt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667265"/>
                </a:solidFill>
                <a:latin typeface="Marker Felt"/>
                <a:ea typeface="Marker Felt"/>
                <a:cs typeface="Marker Felt"/>
              </a:defRPr>
            </a:pPr>
            <a:r>
              <a:rPr sz="825" b="1">
                <a:solidFill>
                  <a:srgbClr val="667265"/>
                </a:solidFill>
                <a:latin typeface="Marker Felt"/>
                <a:ea typeface="Marker Felt"/>
                <a:cs typeface="Marker Felt"/>
              </a:rPr>
              <a:t>REPORTER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3FC034-E8E0-4164-9432-1B91C0D0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200400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3C30"/>
                </a:solidFill>
                <a:latin typeface="Marker Felt"/>
                <a:ea typeface="Marker Felt"/>
                <a:cs typeface="Marker Felt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3C30"/>
                </a:solidFill>
                <a:latin typeface="Marker Felt"/>
                <a:ea typeface="Marker Felt"/>
                <a:cs typeface="Marker Felt"/>
              </a:defRPr>
            </a:pPr>
            <a:r>
              <a:rPr sz="1650" b="1">
                <a:solidFill>
                  <a:srgbClr val="203C30"/>
                </a:solidFill>
                <a:latin typeface="Marker Felt"/>
                <a:ea typeface="Marker Felt"/>
                <a:cs typeface="Marker Felt"/>
              </a:rPr>
              <a:t>Report 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C27B1-9671-4380-AEBA-8327C2BB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6000">
            <a:off x="581025" y="3629025"/>
            <a:ext cx="167640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96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1DAE2E-345A-45EE-B3B2-B30716BE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771900"/>
            <a:ext cx="1676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284D3B"/>
                </a:solidFill>
                <a:latin typeface="Marker Felt"/>
                <a:ea typeface="Marker Felt"/>
                <a:cs typeface="Marker Felt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84D3B"/>
                </a:solidFill>
                <a:latin typeface="Marker Felt"/>
                <a:ea typeface="Marker Felt"/>
                <a:cs typeface="Marker Felt"/>
              </a:defRPr>
            </a:pPr>
            <a:r>
              <a:rPr sz="1050" b="0">
                <a:solidFill>
                  <a:srgbClr val="284D3B"/>
                </a:solidFill>
                <a:latin typeface="Marker Felt"/>
                <a:ea typeface="Marker Felt"/>
                <a:cs typeface="Marker Felt"/>
              </a:rPr>
              <a:t>Sign in with a secure link. Choose a campus area, describe the issue, and add a photo if useful.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DF6E44-C462-466A-946F-4619FA1C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5550" y="3686175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696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8FA2F9-1AD4-4A4F-A297-EFE7EA15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2000">
            <a:off x="2781300" y="2390775"/>
            <a:ext cx="2000250" cy="28384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8CBAE"/>
          </a:solidFill>
          <a:ln xmlns:a="http://schemas.openxmlformats.org/drawingml/2006/main" w="9525">
            <a:solidFill>
              <a:srgbClr val="D8CBA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952800-BA41-4AB3-9888-5C923CFB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2000">
            <a:off x="2714625" y="2305050"/>
            <a:ext cx="2000250" cy="28384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0B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A6B013-4470-4B86-B096-BC1309D0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2000">
            <a:off x="2886075" y="2476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96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30C6AF-51B0-48EF-ADDF-69E418E6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6075" y="24765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Marker Felt"/>
                <a:ea typeface="Marker Felt"/>
                <a:cs typeface="Marker Felt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rker Felt"/>
                <a:ea typeface="Marker Felt"/>
                <a:cs typeface="Marker Felt"/>
              </a:defRPr>
            </a:pPr>
            <a:r>
              <a:rPr sz="1200" b="1">
                <a:solidFill>
                  <a:srgbClr val="FFFFFF"/>
                </a:solidFill>
                <a:latin typeface="Marker Felt"/>
                <a:ea typeface="Marker Felt"/>
                <a:cs typeface="Marker Felt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D06786-21CB-44D7-A7A3-491C749E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6550" y="2962275"/>
            <a:ext cx="1695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25" b="1">
                <a:solidFill>
                  <a:srgbClr val="667265"/>
                </a:solidFill>
                <a:latin typeface="Marker Felt"/>
                <a:ea typeface="Marker Felt"/>
                <a:cs typeface="Marker Felt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667265"/>
                </a:solidFill>
                <a:latin typeface="Marker Felt"/>
                <a:ea typeface="Marker Felt"/>
                <a:cs typeface="Marker Felt"/>
              </a:defRPr>
            </a:pPr>
            <a:r>
              <a:rPr sz="825" b="1">
                <a:solidFill>
                  <a:srgbClr val="667265"/>
                </a:solidFill>
                <a:latin typeface="Marker Felt"/>
                <a:ea typeface="Marker Felt"/>
                <a:cs typeface="Marker Felt"/>
              </a:rPr>
              <a:t>CAMPUSFIX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6CA1DA-A49B-4953-9086-50AD7387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6550" y="3200400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3C30"/>
                </a:solidFill>
                <a:latin typeface="Marker Felt"/>
                <a:ea typeface="Marker Felt"/>
                <a:cs typeface="Marker Felt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3C30"/>
                </a:solidFill>
                <a:latin typeface="Marker Felt"/>
                <a:ea typeface="Marker Felt"/>
                <a:cs typeface="Marker Felt"/>
              </a:defRPr>
            </a:pPr>
            <a:r>
              <a:rPr sz="1650" b="1">
                <a:solidFill>
                  <a:srgbClr val="203C30"/>
                </a:solidFill>
                <a:latin typeface="Marker Felt"/>
                <a:ea typeface="Marker Felt"/>
                <a:cs typeface="Marker Felt"/>
              </a:rPr>
              <a:t>Saved as New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69A776-D68A-4FC1-A52F-37256AD4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2000">
            <a:off x="2876550" y="3629025"/>
            <a:ext cx="167640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963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D4F175-44DA-419C-914F-91782D62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6550" y="3771900"/>
            <a:ext cx="1676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284D3B"/>
                </a:solidFill>
                <a:latin typeface="Marker Felt"/>
                <a:ea typeface="Marker Felt"/>
                <a:cs typeface="Marker Felt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84D3B"/>
                </a:solidFill>
                <a:latin typeface="Marker Felt"/>
                <a:ea typeface="Marker Felt"/>
                <a:cs typeface="Marker Felt"/>
              </a:defRPr>
            </a:pPr>
            <a:r>
              <a:rPr sz="1050" b="0">
                <a:solidFill>
                  <a:srgbClr val="284D3B"/>
                </a:solidFill>
                <a:latin typeface="Marker Felt"/>
                <a:ea typeface="Marker Felt"/>
                <a:cs typeface="Marker Felt"/>
              </a:rPr>
              <a:t>The report is saved first with its own reference. It stays private to its reporter and authorized staff.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09456B-2107-48DB-94CE-C9DA96AF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1075" y="3686175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696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886AC6-B782-4BF0-9D18-5FE8FABA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000">
            <a:off x="5076825" y="2390775"/>
            <a:ext cx="2000250" cy="28384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8CBAE"/>
          </a:solidFill>
          <a:ln xmlns:a="http://schemas.openxmlformats.org/drawingml/2006/main" w="9525">
            <a:solidFill>
              <a:srgbClr val="D8CBA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6802DA-ED5B-4DAB-837F-22068833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000">
            <a:off x="5010150" y="2305050"/>
            <a:ext cx="2000250" cy="28384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0B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6D23D-DA75-41E1-B46C-D95345A3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000">
            <a:off x="5181600" y="2476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96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946FF7-DD36-448A-BDEF-E9B3C5E5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1600" y="24765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Marker Felt"/>
                <a:ea typeface="Marker Felt"/>
                <a:cs typeface="Marker Felt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rker Felt"/>
                <a:ea typeface="Marker Felt"/>
                <a:cs typeface="Marker Felt"/>
              </a:defRPr>
            </a:pPr>
            <a:r>
              <a:rPr sz="1200" b="1">
                <a:solidFill>
                  <a:srgbClr val="FFFFFF"/>
                </a:solidFill>
                <a:latin typeface="Marker Felt"/>
                <a:ea typeface="Marker Felt"/>
                <a:cs typeface="Marker Felt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0952C1-186A-4223-87F1-6960E6B4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2075" y="2962275"/>
            <a:ext cx="1695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25" b="1">
                <a:solidFill>
                  <a:srgbClr val="667265"/>
                </a:solidFill>
                <a:latin typeface="Marker Felt"/>
                <a:ea typeface="Marker Felt"/>
                <a:cs typeface="Marker Felt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667265"/>
                </a:solidFill>
                <a:latin typeface="Marker Felt"/>
                <a:ea typeface="Marker Felt"/>
                <a:cs typeface="Marker Felt"/>
              </a:defRPr>
            </a:pPr>
            <a:r>
              <a:rPr sz="825" b="1">
                <a:solidFill>
                  <a:srgbClr val="667265"/>
                </a:solidFill>
                <a:latin typeface="Marker Felt"/>
                <a:ea typeface="Marker Felt"/>
                <a:cs typeface="Marker Felt"/>
              </a:rPr>
              <a:t>PLANNED AI STEP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C48781-3F57-4075-9F0C-0C67BF9E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2075" y="3200400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3C30"/>
                </a:solidFill>
                <a:latin typeface="Marker Felt"/>
                <a:ea typeface="Marker Felt"/>
                <a:cs typeface="Marker Felt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3C30"/>
                </a:solidFill>
                <a:latin typeface="Marker Felt"/>
                <a:ea typeface="Marker Felt"/>
                <a:cs typeface="Marker Felt"/>
              </a:defRPr>
            </a:pPr>
            <a:r>
              <a:rPr sz="1650" b="1">
                <a:solidFill>
                  <a:srgbClr val="203C30"/>
                </a:solidFill>
                <a:latin typeface="Marker Felt"/>
                <a:ea typeface="Marker Felt"/>
                <a:cs typeface="Marker Felt"/>
              </a:rPr>
              <a:t>Triage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302336-8C18-4D2F-90FC-3F2E9945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000">
            <a:off x="5172075" y="3629025"/>
            <a:ext cx="167640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963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934D12-5DF2-42D3-869B-35193C21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2075" y="3771900"/>
            <a:ext cx="1676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284D3B"/>
                </a:solidFill>
                <a:latin typeface="Marker Felt"/>
                <a:ea typeface="Marker Felt"/>
                <a:cs typeface="Marker Felt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84D3B"/>
                </a:solidFill>
                <a:latin typeface="Marker Felt"/>
                <a:ea typeface="Marker Felt"/>
                <a:cs typeface="Marker Felt"/>
              </a:defRPr>
            </a:pPr>
            <a:r>
              <a:rPr sz="1050" b="0">
                <a:solidFill>
                  <a:srgbClr val="284D3B"/>
                </a:solidFill>
                <a:latin typeface="Marker Felt"/>
                <a:ea typeface="Marker Felt"/>
                <a:cs typeface="Marker Felt"/>
              </a:rPr>
              <a:t>AI can suggest category, priority, and possible duplicates. Suggestions are for staff review.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973CFE-E8C5-489C-98EB-11325274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3686175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696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AEBE81-398C-45A8-9E54-7DFC8B37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7372350" y="2390775"/>
            <a:ext cx="2000250" cy="28384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8CBAE"/>
          </a:solidFill>
          <a:ln xmlns:a="http://schemas.openxmlformats.org/drawingml/2006/main" w="9525">
            <a:solidFill>
              <a:srgbClr val="D8CBA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53B41A-28C6-4E7A-AFAA-E8033C3C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7305675" y="2305050"/>
            <a:ext cx="2000250" cy="28384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0B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899F0F-0891-4DE0-AF0D-481A9197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7477125" y="2476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96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EAD009-9C25-4965-9AFA-367555F3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24765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Marker Felt"/>
                <a:ea typeface="Marker Felt"/>
                <a:cs typeface="Marker Felt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rker Felt"/>
                <a:ea typeface="Marker Felt"/>
                <a:cs typeface="Marker Felt"/>
              </a:defRPr>
            </a:pPr>
            <a:r>
              <a:rPr sz="1200" b="1">
                <a:solidFill>
                  <a:srgbClr val="FFFFFF"/>
                </a:solidFill>
                <a:latin typeface="Marker Felt"/>
                <a:ea typeface="Marker Felt"/>
                <a:cs typeface="Marker Felt"/>
              </a:rPr>
              <a:t>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C9EA9D-CEF7-43CD-A746-267F6CA9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7600" y="2962275"/>
            <a:ext cx="1695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25" b="1">
                <a:solidFill>
                  <a:srgbClr val="667265"/>
                </a:solidFill>
                <a:latin typeface="Marker Felt"/>
                <a:ea typeface="Marker Felt"/>
                <a:cs typeface="Marker Felt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667265"/>
                </a:solidFill>
                <a:latin typeface="Marker Felt"/>
                <a:ea typeface="Marker Felt"/>
                <a:cs typeface="Marker Felt"/>
              </a:defRPr>
            </a:pPr>
            <a:r>
              <a:rPr sz="825" b="1">
                <a:solidFill>
                  <a:srgbClr val="667265"/>
                </a:solidFill>
                <a:latin typeface="Marker Felt"/>
                <a:ea typeface="Marker Felt"/>
                <a:cs typeface="Marker Felt"/>
              </a:rPr>
              <a:t>AUTHORIZED STAFF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011315-2A91-4CB5-A6EF-1AED2A39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7600" y="3200400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3C30"/>
                </a:solidFill>
                <a:latin typeface="Marker Felt"/>
                <a:ea typeface="Marker Felt"/>
                <a:cs typeface="Marker Felt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3C30"/>
                </a:solidFill>
                <a:latin typeface="Marker Felt"/>
                <a:ea typeface="Marker Felt"/>
                <a:cs typeface="Marker Felt"/>
              </a:defRPr>
            </a:pPr>
            <a:r>
              <a:rPr sz="1650" b="1">
                <a:solidFill>
                  <a:srgbClr val="203C30"/>
                </a:solidFill>
                <a:latin typeface="Marker Felt"/>
                <a:ea typeface="Marker Felt"/>
                <a:cs typeface="Marker Felt"/>
              </a:rPr>
              <a:t>Staff review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6F7944-F2D4-4936-B52A-F1D34055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7467600" y="3629025"/>
            <a:ext cx="167640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963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1E1EFE-1760-4896-8E99-D16BA8EB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7600" y="3771900"/>
            <a:ext cx="1676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284D3B"/>
                </a:solidFill>
                <a:latin typeface="Marker Felt"/>
                <a:ea typeface="Marker Felt"/>
                <a:cs typeface="Marker Felt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84D3B"/>
                </a:solidFill>
                <a:latin typeface="Marker Felt"/>
                <a:ea typeface="Marker Felt"/>
                <a:cs typeface="Marker Felt"/>
              </a:defRPr>
            </a:pPr>
            <a:r>
              <a:rPr sz="1050" b="0">
                <a:solidFill>
                  <a:srgbClr val="284D3B"/>
                </a:solidFill>
                <a:latin typeface="Marker Felt"/>
                <a:ea typeface="Marker Felt"/>
                <a:cs typeface="Marker Felt"/>
              </a:rPr>
              <a:t>Staff review reports in permitted campus areas and update priority and status.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838BEB-2D4E-4E20-8670-DAC1D1D5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2125" y="3686175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696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3B5581-7570-499D-84D4-75AC0DDA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">
            <a:off x="9667875" y="2390775"/>
            <a:ext cx="2000250" cy="28384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8CBAE"/>
          </a:solidFill>
          <a:ln xmlns:a="http://schemas.openxmlformats.org/drawingml/2006/main" w="9525">
            <a:solidFill>
              <a:srgbClr val="D8CBA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5EB746-5DC4-446A-ADA0-91B9A2EA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">
            <a:off x="9601200" y="2305050"/>
            <a:ext cx="2000250" cy="28384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0B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B0061E-56EA-4926-9030-3856E058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">
            <a:off x="9772650" y="2476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96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5748E18-353C-4E71-B89D-A7B58366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2650" y="24765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Marker Felt"/>
                <a:ea typeface="Marker Felt"/>
                <a:cs typeface="Marker Felt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rker Felt"/>
                <a:ea typeface="Marker Felt"/>
                <a:cs typeface="Marker Felt"/>
              </a:defRPr>
            </a:pPr>
            <a:r>
              <a:rPr sz="1200" b="1">
                <a:solidFill>
                  <a:srgbClr val="FFFFFF"/>
                </a:solidFill>
                <a:latin typeface="Marker Felt"/>
                <a:ea typeface="Marker Felt"/>
                <a:cs typeface="Marker Felt"/>
              </a:rPr>
              <a:t>05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67FE36-DCDD-43AB-AC98-A76171D9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3125" y="2962275"/>
            <a:ext cx="1695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25" b="1">
                <a:solidFill>
                  <a:srgbClr val="667265"/>
                </a:solidFill>
                <a:latin typeface="Marker Felt"/>
                <a:ea typeface="Marker Felt"/>
                <a:cs typeface="Marker Felt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667265"/>
                </a:solidFill>
                <a:latin typeface="Marker Felt"/>
                <a:ea typeface="Marker Felt"/>
                <a:cs typeface="Marker Felt"/>
              </a:defRPr>
            </a:pPr>
            <a:r>
              <a:rPr sz="825" b="1">
                <a:solidFill>
                  <a:srgbClr val="667265"/>
                </a:solidFill>
                <a:latin typeface="Marker Felt"/>
                <a:ea typeface="Marker Felt"/>
                <a:cs typeface="Marker Felt"/>
              </a:rPr>
              <a:t>REPORTER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01C2141-020D-4315-A1A2-6728C33B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3125" y="3200400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3C30"/>
                </a:solidFill>
                <a:latin typeface="Marker Felt"/>
                <a:ea typeface="Marker Felt"/>
                <a:cs typeface="Marker Felt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3C30"/>
                </a:solidFill>
                <a:latin typeface="Marker Felt"/>
                <a:ea typeface="Marker Felt"/>
                <a:cs typeface="Marker Felt"/>
              </a:defRPr>
            </a:pPr>
            <a:r>
              <a:rPr sz="1650" b="1">
                <a:solidFill>
                  <a:srgbClr val="203C30"/>
                </a:solidFill>
                <a:latin typeface="Marker Felt"/>
                <a:ea typeface="Marker Felt"/>
                <a:cs typeface="Marker Felt"/>
              </a:rPr>
              <a:t>Track progress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68DEEC-DF29-4A1F-B5BE-D6BE0D12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">
            <a:off x="9763125" y="3629025"/>
            <a:ext cx="167640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963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B9AAED7-B686-4F61-8620-1042D16E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3125" y="3771900"/>
            <a:ext cx="1676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284D3B"/>
                </a:solidFill>
                <a:latin typeface="Marker Felt"/>
                <a:ea typeface="Marker Felt"/>
                <a:cs typeface="Marker Felt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84D3B"/>
                </a:solidFill>
                <a:latin typeface="Marker Felt"/>
                <a:ea typeface="Marker Felt"/>
                <a:cs typeface="Marker Felt"/>
              </a:defRPr>
            </a:pPr>
            <a:r>
              <a:rPr sz="1050" b="0">
                <a:solidFill>
                  <a:srgbClr val="284D3B"/>
                </a:solidFill>
                <a:latin typeface="Marker Felt"/>
                <a:ea typeface="Marker Felt"/>
                <a:cs typeface="Marker Felt"/>
              </a:rPr>
              <a:t>Follow the report history. In-app notifications appear when its status changes.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0984F38-8BD4-4FBC-A2F0-F4DDF02A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54102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1">
                <a:solidFill>
                  <a:srgbClr val="667265"/>
                </a:solidFill>
                <a:latin typeface="Marker Felt"/>
                <a:ea typeface="Marker Felt"/>
                <a:cs typeface="Marker Felt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667265"/>
                </a:solidFill>
                <a:latin typeface="Marker Felt"/>
                <a:ea typeface="Marker Felt"/>
                <a:cs typeface="Marker Felt"/>
              </a:defRPr>
            </a:pPr>
            <a:r>
              <a:rPr sz="900" b="1">
                <a:solidFill>
                  <a:srgbClr val="667265"/>
                </a:solidFill>
                <a:latin typeface="Marker Felt"/>
                <a:ea typeface="Marker Felt"/>
                <a:cs typeface="Marker Felt"/>
              </a:rPr>
              <a:t>STAFF STATUS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A19C05D-0230-4695-936F-1768EDF1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5314950"/>
            <a:ext cx="1200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FE9DA"/>
          </a:solidFill>
          <a:ln xmlns:a="http://schemas.openxmlformats.org/drawingml/2006/main" w="9525">
            <a:solidFill>
              <a:srgbClr val="CFC5A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CAB832B-18BE-440C-B54F-7660A918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19300" y="53340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284D3B"/>
                </a:solidFill>
                <a:latin typeface="Marker Felt"/>
                <a:ea typeface="Marker Felt"/>
                <a:cs typeface="Marker Felt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284D3B"/>
                </a:solidFill>
                <a:latin typeface="Marker Felt"/>
                <a:ea typeface="Marker Felt"/>
                <a:cs typeface="Marker Felt"/>
              </a:defRPr>
            </a:pPr>
            <a:r>
              <a:rPr sz="1050" b="1">
                <a:solidFill>
                  <a:srgbClr val="284D3B"/>
                </a:solidFill>
                <a:latin typeface="Marker Felt"/>
                <a:ea typeface="Marker Felt"/>
                <a:cs typeface="Marker Felt"/>
              </a:rPr>
              <a:t>NEW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88D0A51-DD7C-4EBA-B1B8-8B1ED01C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6600" y="5410200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696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EE1A147-87A1-4906-8205-EA0C65C3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5250" y="5314950"/>
            <a:ext cx="1200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FE9DA"/>
          </a:solidFill>
          <a:ln xmlns:a="http://schemas.openxmlformats.org/drawingml/2006/main" w="9525">
            <a:solidFill>
              <a:srgbClr val="CFC5A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ABB0DC2-3DC5-440D-9733-30574A7B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3350" y="53340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284D3B"/>
                </a:solidFill>
                <a:latin typeface="Marker Felt"/>
                <a:ea typeface="Marker Felt"/>
                <a:cs typeface="Marker Felt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284D3B"/>
                </a:solidFill>
                <a:latin typeface="Marker Felt"/>
                <a:ea typeface="Marker Felt"/>
                <a:cs typeface="Marker Felt"/>
              </a:defRPr>
            </a:pPr>
            <a:r>
              <a:rPr sz="1050" b="1">
                <a:solidFill>
                  <a:srgbClr val="284D3B"/>
                </a:solidFill>
                <a:latin typeface="Marker Felt"/>
                <a:ea typeface="Marker Felt"/>
                <a:cs typeface="Marker Felt"/>
              </a:rPr>
              <a:t>ASSIGNED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D9425E0-E4F7-4F91-81E8-5EDB98F1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0650" y="5410200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696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2F32548-E71B-4055-9374-87092F00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5314950"/>
            <a:ext cx="1371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FE9DA"/>
          </a:solidFill>
          <a:ln xmlns:a="http://schemas.openxmlformats.org/drawingml/2006/main" w="9525">
            <a:solidFill>
              <a:srgbClr val="CFC5A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629E6F6-03DC-432D-98B4-99C287B4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533400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284D3B"/>
                </a:solidFill>
                <a:latin typeface="Marker Felt"/>
                <a:ea typeface="Marker Felt"/>
                <a:cs typeface="Marker Felt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284D3B"/>
                </a:solidFill>
                <a:latin typeface="Marker Felt"/>
                <a:ea typeface="Marker Felt"/>
                <a:cs typeface="Marker Felt"/>
              </a:defRPr>
            </a:pPr>
            <a:r>
              <a:rPr sz="1050" b="1">
                <a:solidFill>
                  <a:srgbClr val="284D3B"/>
                </a:solidFill>
                <a:latin typeface="Marker Felt"/>
                <a:ea typeface="Marker Felt"/>
                <a:cs typeface="Marker Felt"/>
              </a:rPr>
              <a:t>IN PROGRESS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D7059BB-A5C0-4F13-8CB8-099B28AD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0" y="5410200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696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DEFAF8B-634E-45B4-AA57-A58A48E9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8200" y="5314950"/>
            <a:ext cx="1200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DE8D5"/>
          </a:solidFill>
          <a:ln xmlns:a="http://schemas.openxmlformats.org/drawingml/2006/main" w="9525">
            <a:solidFill>
              <a:srgbClr val="CFC5A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566040A-4390-4FFB-A453-62FE92F3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96300" y="53340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284D3B"/>
                </a:solidFill>
                <a:latin typeface="Marker Felt"/>
                <a:ea typeface="Marker Felt"/>
                <a:cs typeface="Marker Felt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284D3B"/>
                </a:solidFill>
                <a:latin typeface="Marker Felt"/>
                <a:ea typeface="Marker Felt"/>
                <a:cs typeface="Marker Felt"/>
              </a:defRPr>
            </a:pPr>
            <a:r>
              <a:rPr sz="1050" b="1">
                <a:solidFill>
                  <a:srgbClr val="284D3B"/>
                </a:solidFill>
                <a:latin typeface="Marker Felt"/>
                <a:ea typeface="Marker Felt"/>
                <a:cs typeface="Marker Felt"/>
              </a:rPr>
              <a:t>RESOLVED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F04B693-288C-4419-AB53-03A390C1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3600" y="5410200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696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1DD6993-32F1-4E65-8805-C2D5F9B8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5314950"/>
            <a:ext cx="1200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FE9DA"/>
          </a:solidFill>
          <a:ln xmlns:a="http://schemas.openxmlformats.org/drawingml/2006/main" w="9525">
            <a:solidFill>
              <a:srgbClr val="CFC5A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55876F4-3CCF-4EA3-BFE5-51B6E85C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5100" y="53340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284D3B"/>
                </a:solidFill>
                <a:latin typeface="Marker Felt"/>
                <a:ea typeface="Marker Felt"/>
                <a:cs typeface="Marker Felt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284D3B"/>
                </a:solidFill>
                <a:latin typeface="Marker Felt"/>
                <a:ea typeface="Marker Felt"/>
                <a:cs typeface="Marker Felt"/>
              </a:defRPr>
            </a:pPr>
            <a:r>
              <a:rPr sz="1050" b="1">
                <a:solidFill>
                  <a:srgbClr val="284D3B"/>
                </a:solidFill>
                <a:latin typeface="Marker Felt"/>
                <a:ea typeface="Marker Felt"/>
                <a:cs typeface="Marker Felt"/>
              </a:rPr>
              <a:t>REOPENED ↺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B19DC2C-0EF8-4AE9-827A-DF1109C9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019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67265"/>
                </a:solidFill>
                <a:latin typeface="Marker Felt"/>
                <a:ea typeface="Marker Felt"/>
                <a:cs typeface="Marker Felt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265"/>
                </a:solidFill>
                <a:latin typeface="Marker Felt"/>
                <a:ea typeface="Marker Felt"/>
                <a:cs typeface="Marker Felt"/>
              </a:defRPr>
            </a:pPr>
            <a:r>
              <a:rPr sz="1200" b="0">
                <a:solidFill>
                  <a:srgbClr val="667265"/>
                </a:solidFill>
                <a:latin typeface="Marker Felt"/>
                <a:ea typeface="Marker Felt"/>
                <a:cs typeface="Marker Felt"/>
              </a:rPr>
              <a:t>Planned: AI triage and duplicate suggestions. Staff make the final decisions.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C20D6FA-2016-4582-B216-23BAA057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6448425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750" b="1">
                <a:solidFill>
                  <a:srgbClr val="667265"/>
                </a:solidFill>
                <a:latin typeface="Marker Felt"/>
                <a:ea typeface="Marker Felt"/>
                <a:cs typeface="Marker Felt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667265"/>
                </a:solidFill>
                <a:latin typeface="Marker Felt"/>
                <a:ea typeface="Marker Felt"/>
                <a:cs typeface="Marker Felt"/>
              </a:defRPr>
            </a:pPr>
            <a:r>
              <a:rPr sz="750" b="1">
                <a:solidFill>
                  <a:srgbClr val="667265"/>
                </a:solidFill>
                <a:latin typeface="Marker Felt"/>
                <a:ea typeface="Marker Felt"/>
                <a:cs typeface="Marker Felt"/>
              </a:rPr>
              <a:t>CAMPUSFIX  ·  NIT HAMIRPUR</a:t>
            </a:r>
          </a:p>
        </p:txBody>
      </p:sp>
    </p:spTree>
    <p:extLst>
      <p:ext uri="{BB962C8B-B14F-4D97-AF65-F5344CB8AC3E}">
        <p14:creationId xmlns:p14="http://schemas.microsoft.com/office/powerpoint/2010/main" val="3436002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14300" dist="60241" dir="4293903">
              <a:srgbClr val="40341B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2026-10-10T12:02:34.8710000Z</dcterms:created>
  <dcterms:modified xsi:type="dcterms:W3CDTF">2026-10-10T12:02:34.8710000Z</dcterms:modified>
</coreProperties>
</file>